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InfraForge Document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Scrapling Web Context Platform parses documents without requiring a browser.</a:t>
            </a:r>
          </a:p>
          <a:p>
            <a:r>
              <a:t>Search HTTP Ready</a:t>
            </a:r>
          </a:p>
          <a:p>
            <a:r>
              <a:t>Documents Native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